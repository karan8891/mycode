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Airflow DAG for STS Logging &amp; Monitoring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Breaking Down the DAG with Steps and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DAG Overview – STS Logging &amp;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Purpose: orchestrate GCS-to-GCS transfers with Airflow.</a:t>
            </a:r>
          </a:p>
          <a:p/>
          <a:p>
            <a:r>
              <a:t>Steps covered in DAG:</a:t>
            </a:r>
          </a:p>
          <a:p>
            <a:r>
              <a:t>1. Log job start metadata</a:t>
            </a:r>
          </a:p>
          <a:p>
            <a:r>
              <a:t>2. Create STS job (with notification config)</a:t>
            </a:r>
          </a:p>
          <a:p>
            <a:r>
              <a:t>3. Run the job immediately</a:t>
            </a:r>
          </a:p>
          <a:p>
            <a:r>
              <a:t>4. Wait until completion using JobStatusSensor</a:t>
            </a:r>
          </a:p>
          <a:p>
            <a:r>
              <a:t>5. Log summary (success/failure)</a:t>
            </a:r>
          </a:p>
          <a:p/>
          <a:p>
            <a:r>
              <a:t>Integrates Cloud Logging + Pub/Sub notifications for monitoring.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STS Job with 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latin typeface="Courier New"/>
              </a:defRPr>
            </a:pPr>
            <a:r>
              <a:t>create_job = CloudDataTransferServiceCreateJobOperator(</a:t>
            </a:r>
            <a:br/>
            <a:r>
              <a:t>    task_id='create_job',</a:t>
            </a:r>
            <a:br/>
            <a:r>
              <a:t>    body={</a:t>
            </a:r>
            <a:br/>
            <a:r>
              <a:t>        'description': 'Logged STS transfer',</a:t>
            </a:r>
            <a:br/>
            <a:r>
              <a:t>        'status': 'ENABLED',</a:t>
            </a:r>
            <a:br/>
            <a:r>
              <a:t>        'projectId': PROJECT_ID,</a:t>
            </a:r>
            <a:br/>
            <a:r>
              <a:t>        'transferSpec': {</a:t>
            </a:r>
            <a:br/>
            <a:r>
              <a:t>            'gcsDataSource': {'bucketName': SRC_BUCKET},</a:t>
            </a:r>
            <a:br/>
            <a:r>
              <a:t>            'gcsDataSink': {'bucketName': DST_BUCKET, 'path': 'ingress/'},</a:t>
            </a:r>
            <a:br/>
            <a:r>
              <a:t>            'objectConditions': {'includePrefixes': ['inbound/']},</a:t>
            </a:r>
            <a:br/>
            <a:r>
              <a:t>            'transferOptions': {'overwriteObjectsAlreadyExistingInSink': True},</a:t>
            </a:r>
            <a:br/>
            <a:r>
              <a:t>        },</a:t>
            </a:r>
            <a:br/>
            <a:r>
              <a:t>        'notificationConfig': {</a:t>
            </a:r>
            <a:br/>
            <a:r>
              <a:t>            'pubsubTopic': PUBSUB_TOPIC,</a:t>
            </a:r>
            <a:br/>
            <a:r>
              <a:t>            'eventTypes': ['TRANSFER_OPERATION_SUCCESS','TRANSFER_OPERATION_FAILED'],</a:t>
            </a:r>
            <a:br/>
            <a:r>
              <a:t>            'payloadFormat': 'JSON'</a:t>
            </a:r>
            <a:br/>
            <a:r>
              <a:t>        },</a:t>
            </a:r>
            <a:br/>
            <a:r>
              <a:t>    },</a:t>
            </a:r>
            <a:br/>
            <a:r>
              <a:t>    project_id=PROJECT_ID,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 Job &amp; Wait for Completion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latin typeface="Courier New"/>
              </a:defRPr>
            </a:pPr>
            <a:r>
              <a:t>run_now = CloudDataTransferServiceRunJobOperator(</a:t>
            </a:r>
            <a:br/>
            <a:r>
              <a:t>    task_id='run_now',</a:t>
            </a:r>
            <a:br/>
            <a:r>
              <a:t>    job_name="{{ ti.xcom_pull(task_ids='create_job') }}",</a:t>
            </a:r>
            <a:br/>
            <a:r>
              <a:t>    project_id=PROJECT_ID,</a:t>
            </a:r>
            <a:br/>
            <a:r>
              <a:t>)</a:t>
            </a:r>
            <a:br/>
            <a:br/>
            <a:r>
              <a:t>wait_done = CloudDataTransferServiceJobStatusSensor(</a:t>
            </a:r>
            <a:br/>
            <a:r>
              <a:t>    task_id='wait_done',</a:t>
            </a:r>
            <a:br/>
            <a:r>
              <a:t>    job_name="{{ ti.xcom_pull(task_ids='create_job') }}",</a:t>
            </a:r>
            <a:br/>
            <a:r>
              <a:t>    project_id=PROJECT_ID,</a:t>
            </a:r>
            <a:br/>
            <a:r>
              <a:t>    poke_interval=30,</a:t>
            </a:r>
            <a:br/>
            <a:r>
              <a:t>    timeout=3600,</a:t>
            </a:r>
            <a:br/>
            <a:r>
              <a:t>    mode='reschedule',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Logging Summary to Cloud 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latin typeface="Courier New"/>
              </a:defRPr>
            </a:pPr>
            <a:r>
              <a:t>def summarize(**ctx):</a:t>
            </a:r>
            <a:br/>
            <a:r>
              <a:t>    job_name = ctx['ti'].xcom_pull(task_ids='create_job')</a:t>
            </a:r>
            <a:br/>
            <a:r>
              <a:t>    logging.info({</a:t>
            </a:r>
            <a:br/>
            <a:r>
              <a:t>        'event': 'sts.completed',</a:t>
            </a:r>
            <a:br/>
            <a:r>
              <a:t>        'job_name': job_name,</a:t>
            </a:r>
            <a:br/>
            <a:r>
              <a:t>        'status': 'SUCCESS'</a:t>
            </a:r>
            <a:br/>
            <a:r>
              <a:t>    })</a:t>
            </a:r>
            <a:br/>
            <a:br/>
            <a:r>
              <a:t>log_summary = PythonOperator(</a:t>
            </a:r>
            <a:br/>
            <a:r>
              <a:t>    task_id='log_summary',</a:t>
            </a:r>
            <a:br/>
            <a:r>
              <a:t>    python_callable=summarize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